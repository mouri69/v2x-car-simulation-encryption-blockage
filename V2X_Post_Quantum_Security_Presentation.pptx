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V2X Communication Simulation with MITM Attack &amp; Post-Quantum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Graduation Project</a:t>
            </a:r>
          </a:p>
          <a:p>
            <a:r>
              <a:t>Your Name Here</a:t>
            </a:r>
          </a:p>
          <a:p>
            <a:r>
              <a:t>University Name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this simulation?</a:t>
            </a:r>
          </a:p>
          <a:p>
            <a:pPr lvl="1"/>
            <a:r>
              <a:t>• SUMO-based (Simulation of Urban MObility) traffic simulation</a:t>
            </a:r>
          </a:p>
          <a:p>
            <a:pPr lvl="1"/>
            <a:r>
              <a:t>• Models Vehicle-to-Vehicle (V2V) communication</a:t>
            </a:r>
          </a:p>
          <a:p>
            <a:pPr lvl="1"/>
            <a:r>
              <a:t>• Shows both insecure classical encryption and secure post-quantum encryption</a:t>
            </a:r>
          </a:p>
          <a:p>
            <a:pPr lvl="1"/>
            <a:r>
              <a:t>• Features a Man-in-the-Middle (MITM) attacker vehicle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Original Simulation (Starting Point)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 before your modifications:</a:t>
            </a:r>
          </a:p>
          <a:p>
            <a:pPr lvl="1"/>
            <a:r>
              <a:t>• Traffic simulation with 12 vehicles</a:t>
            </a:r>
          </a:p>
          <a:p>
            <a:pPr lvl="1"/>
            <a:r>
              <a:t>• MITM attacker that can intercept messages</a:t>
            </a:r>
          </a:p>
          <a:p>
            <a:pPr lvl="1"/>
            <a:r>
              <a:t>• Switch from classical to post-quantum crypto at 60s</a:t>
            </a:r>
          </a:p>
          <a:p>
            <a:pPr lvl="1"/>
            <a:r>
              <a:t>• Basic vehicle info (position, speed)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Modifications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Changed crypto switch from 60s → 90s (more attack demo time)</a:t>
            </a:r>
          </a:p>
          <a:p>
            <a:pPr lvl="1"/>
            <a:r>
              <a:t>2. Added vehicle owner names (James, Don, Sarah, etc.)</a:t>
            </a:r>
          </a:p>
          <a:p>
            <a:pPr lvl="1"/>
            <a:r>
              <a:t>3. Added sensitive personal/vehicle info:</a:t>
            </a:r>
          </a:p>
          <a:p>
            <a:pPr lvl="2"/>
            <a:r>
              <a:t>   • Car Serial Numbers (VINs)</a:t>
            </a:r>
          </a:p>
          <a:p>
            <a:pPr lvl="2"/>
            <a:r>
              <a:t>   • Owner Security Numbers (simulated SSNs)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Modifications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4. Swapped button functionality for clearer workflow:</a:t>
            </a:r>
          </a:p>
          <a:p>
            <a:pPr lvl="1"/>
            <a:r>
              <a:t>   • Button 4: Get ALL ENCOUNTERED Vehicles' Data</a:t>
            </a:r>
          </a:p>
          <a:p>
            <a:pPr lvl="1"/>
            <a:r>
              <a:t>   • Button 5: Get SELECTED TARGET Data Only</a:t>
            </a:r>
          </a:p>
          <a:p>
            <a:pPr lvl="1"/>
            <a:r>
              <a:t>5. Updated target selection UI to show [ENCOUNTERED]</a:t>
            </a:r>
          </a:p>
          <a:p>
            <a:pPr lvl="1"/>
            <a:r>
              <a:t>6. Fixed Tkinter thread-safety issue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Modifications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 Enhanced post-quantum security enforcement:</a:t>
            </a:r>
          </a:p>
          <a:p>
            <a:pPr lvl="1"/>
            <a:r>
              <a:t>   • Blocks all attacks AND info retrieval</a:t>
            </a:r>
          </a:p>
          <a:p>
            <a:pPr lvl="1"/>
            <a:r>
              <a:t>   • Releases controlled vehicles back to SUMO</a:t>
            </a:r>
          </a:p>
          <a:p>
            <a:pPr lvl="1"/>
            <a:r>
              <a:t>   • Logs clear [SAFE]/[ACCESS DENIED] messages</a:t>
            </a:r>
          </a:p>
          <a:p>
            <a:pPr lvl="1"/>
            <a:r>
              <a:t>8. Added collision handling</a:t>
            </a:r>
          </a:p>
          <a:p>
            <a:pPr lvl="1"/>
            <a:r>
              <a:t>9. Slowed simulation for better visibility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0-90s (Classical Encryption):</a:t>
            </a:r>
          </a:p>
          <a:p>
            <a:pPr lvl="1"/>
            <a:r>
              <a:t>   • Purple Car encounters vehicles</a:t>
            </a:r>
          </a:p>
          <a:p>
            <a:pPr lvl="1"/>
            <a:r>
              <a:t>   • Perform attacks &amp; retrieve data</a:t>
            </a:r>
          </a:p>
          <a:p>
            <a:pPr/>
            <a:r>
              <a:t>2. 90s (Crypto Switch):</a:t>
            </a:r>
          </a:p>
          <a:p>
            <a:pPr lvl="1"/>
            <a:r>
              <a:t>   • All attacks/data retrieval BLOCKED</a:t>
            </a:r>
          </a:p>
          <a:p>
            <a:pPr/>
            <a:r>
              <a:t>3. Post-90s (Post-Quantum Encryption):</a:t>
            </a:r>
          </a:p>
          <a:p>
            <a:pPr lvl="1"/>
            <a:r>
              <a:t>   • Controlled vehicles released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90s (Vulnerable):</a:t>
            </a:r>
          </a:p>
          <a:p>
            <a:pPr lvl="1"/>
            <a:r>
              <a:t>• Attacks succeed</a:t>
            </a:r>
          </a:p>
          <a:p>
            <a:pPr lvl="1"/>
            <a:r>
              <a:t>• Sensitive info retrievable</a:t>
            </a:r>
          </a:p>
          <a:p>
            <a:pPr/>
          </a:p>
          <a:p>
            <a:pPr/>
            <a:r>
              <a:t>After 90s (Protected):</a:t>
            </a:r>
          </a:p>
          <a:p>
            <a:pPr lvl="1"/>
            <a:r>
              <a:t>• All attacks/retrieval FAIL</a:t>
            </a:r>
          </a:p>
          <a:p>
            <a:pPr/>
            <a:r>
              <a:t>Your Contribution: Turned basic sim into realistic, educational V2X security demo!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(Optional Extra Credit)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real post-quantum algorithms (CRYSTALS-Kyber)</a:t>
            </a:r>
          </a:p>
          <a:p>
            <a:pPr lvl="1"/>
            <a:r>
              <a:t>• Add more attack types (message spoofing, jamming)</a:t>
            </a:r>
          </a:p>
          <a:p>
            <a:pPr lvl="1"/>
            <a:r>
              <a:t>• Add multiple attackers or defensive vehicles</a:t>
            </a:r>
          </a:p>
          <a:p>
            <a:pPr lvl="1"/>
            <a:r>
              <a:t>• Integrate with ns-3 for real-time network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